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PORTFOLIO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고성모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· 임베디드 · 로보틱스 · 웹을 넘나드는 소프트웨어 개발자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시스템을 구조로 나누고, 하드웨어부터 게임 로직까지 직접 동작시키는 것에 집중합니다.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41525"/>
          </a:solidFill>
          <a:ln w="12700">
            <a:solidFill>
              <a:srgbClr val="4A4E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· C#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90672" y="4343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41525"/>
          </a:solidFill>
          <a:ln w="12700">
            <a:solidFill>
              <a:srgbClr val="4A4E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ESP-IDF · 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8384" y="434340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41525"/>
          </a:solidFill>
          <a:ln w="12700">
            <a:solidFill>
              <a:srgbClr val="4A4E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로보틱스 (학습 중)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43434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41525"/>
          </a:solidFill>
          <a:ln w="12700">
            <a:solidFill>
              <a:srgbClr val="4A4E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· JS · PHP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126480"/>
            <a:ext cx="10908792" cy="0"/>
          </a:xfrm>
          <a:prstGeom prst="line">
            <a:avLst/>
          </a:prstGeom>
          <a:noFill/>
          <a:ln w="12700">
            <a:solidFill>
              <a:srgbClr val="3A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17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SUNGMO KO · Software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76872" y="6217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· Embedded · Robotics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역량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언어·한 분야에 머물지 않고, ‘무엇을 만들든 구조를 설계하고 끝까지 동작시킨다’는 방식으로 여러 도메인을 관통하는 공통 역량을 쌓았습니다.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2279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보유 스킬  (★ = 집중 영역)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 ★ · C / C++ ★ (임베디드) · JavaScript · PHP · Python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엔진 · 프레임워크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★ · ESP-IDF / FreeRTOS ★ · 바닐라 JS · PHP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설계 · 패턴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 머신(FSM) · 싱글톤 / CRTP 제네릭 · 데이터 주도 설계 · partial class · 이벤트 기반 결합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· 저장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· ScriptableObject · PlayerPrefs · CSV 로깅 · PHP 세션 · 회원 인증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하드웨어 · 통신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I2C (MPU6050) · I2S (INMP441 · MAX98357A) · GPIO / PWM · UART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· 협업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/ GitHub 브랜치 전략 · PR 리뷰 · 크로스플랫폼 빌드(macOS ↔ Windows) · QA / 디버깅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B146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중 · 관심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ROS2 · 로봇 제어(기구학 · PID) · 자료구조 · 알고리즘 심화 · 임베디드 저수준 원리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83480"/>
            <a:ext cx="3422904" cy="13716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148072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— 게임 아키텍처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55321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19,500줄 전투 시스템을 partial class·제네릭·데이터 주도로 설계. 대규모 코드를 나누는 힘.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3024" y="4983480"/>
            <a:ext cx="3422904" cy="13716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11624" y="5148072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 — 하드웨어 브링업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11624" y="55321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오디오·MPU6050·AI 음성을 베어메탈 C로 통합. 불필요한 서보/보행은 과감히 제거.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25968" y="4983480"/>
            <a:ext cx="3422904" cy="13716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54568" y="5148072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 — 웹 · CS 펀더멘털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4568" y="55321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게임 로직·PHP 회원 인증·로봇 기구학 등 분야를 가리지 않는 기본기.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프로젝트 한눈에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GitHub 공개 — 게임 · 임베디드 · 로보틱스 · 웹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484632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스택 · 핵심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괴이탐사국: INSPECTOR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 · 캡스톤 게임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· C# — 전투 엔진 / 데이터 주도 아키텍처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클라이언트 개발 (단독)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바른자세 코치봇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임베디드 AI 로봇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ESP32-S3 · C — MPU6050 자세 감지 / AI 음성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펌웨어 · 브링업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운반 로봇(AGV) 설계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로보틱스 학습(팀)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문제정의 · 차동구동 조사 (ROS2 학습 중)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문제정의 · 조사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꼬들 (make_world)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 게임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 — 한글 Wordle 게임 로직 / 단어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개인 구현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 회원 인증 웹앱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 — 로그인 · 회원가입 · 중복확인 · 세션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개인 구현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저장소 링크는 마지막 슬라이드 참고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괴이탐사국: INSPECTOR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로그라이크 덱빌딩 오토배틀러 · Unity · C# · 팀 578(3인) 캡스톤 · 클라이언트 개발 단독 담당 · 2026.03–06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카드는 전투 변수(스택)만 만들고 동료가 자동으로 싸우는 ‘간접 전투’ 게임. 기획 명세를 실제 동작하는 전투 엔진·시스템 코드로 단독 구현.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7151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194560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전투 엔진을 partial class로 분리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4759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2,665줄 BattleManager를 5개 파일로 책임 분리 — 흐름·전투 계산·적 AI를 격리해 유지보수성 확보.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7356" y="2011680"/>
            <a:ext cx="527151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3388" y="2194560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반복 패턴을 CRTP 제네릭으로 일반화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3388" y="2633472"/>
            <a:ext cx="4759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Singleton&lt;T&gt; · BaseCurrency&lt;T&gt; · RoleCostBase&lt;T&gt;로 인스턴스 관리·저장·UI 갱신 중복 제거.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27151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4114800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데이터 주도 설계 (JSON + SO)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4553712"/>
            <a:ext cx="4759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동료·스킬·적 정의를 JSON으로 분리해 기획자가 코드 없이 밸런싱. DB는 조회·생성만 담당.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7356" y="3931920"/>
            <a:ext cx="5271516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3388" y="4114800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데이터로 조종하는 적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3388" y="4553712"/>
            <a:ext cx="4759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랜덤 스킬 선택 + 타겟팅 매트릭스(도발·소환·독). 값만 바꾸면 AI 재구성. 4스킬 보스.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스킬  </a:t>
            </a:r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Unity · partial class · CRTP 제네릭 · 데이터 주도(JSON+SO) · 상태 머신 · 이벤트 기반 결합 · Git 브랜치·PR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바른자세 코치봇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기반 AI 자세 코치 로봇 · ESP-IDF v5.5.4 · C/C++ · FreeRTOS · Xiaozhi AI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센서(MPU6050)로 앞으로 숙인 자세를 감지하면 AI 음성으로 교정. 원래 키트의 4족 보행은 목적에 불필요해 서보를 제거하고 자세 감지·음성에 집중.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ECE7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센서·자세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54680" y="2103120"/>
            <a:ext cx="283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38144" y="21031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 판단·FreeRTOS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52744" y="2103120"/>
            <a:ext cx="283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6208" y="21031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마이크·스피커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 · MAX98357A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50808" y="2103120"/>
            <a:ext cx="283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34272" y="21031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525"/>
          </a:solidFill>
          <a:ln w="12700">
            <a:solidFill>
              <a:srgbClr val="141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Xiaozhi AI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자세 교정 안내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F4F4F6"/>
          </a:solidFill>
          <a:ln w="12700">
            <a:solidFill>
              <a:srgbClr val="C9C9D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22960" y="320040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제거  </a:t>
            </a:r>
            <a:pPr indent="0" marL="0">
              <a:buNone/>
            </a:pPr>
            <a:r>
              <a:rPr lang="en-US" sz="1050" dirty="0">
                <a:solidFill>
                  <a:srgbClr val="8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원래 키트의 서보(PCA9685)·4족 보행 게이트 — 자세 코치엔 불필요 → 데드 하드웨어/코드로 정리 (남길 것·버릴 것을 구분한 설계 판단)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3422904" cy="1508760"/>
          </a:xfrm>
          <a:prstGeom prst="roundRect">
            <a:avLst>
              <a:gd name="adj" fmla="val 5455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160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자세 감지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자이로·가속도 IMU를 I2C로 읽어 숙인 각도 판정 → 코칭 이벤트 발생.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3024" y="3977640"/>
            <a:ext cx="3422904" cy="1508760"/>
          </a:xfrm>
          <a:prstGeom prst="roundRect">
            <a:avLst>
              <a:gd name="adj" fmla="val 5455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1624" y="4160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오디오 입출력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1624" y="45720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 마이크·MAX98357A 스피커. 포트 하나를 번갈아 사용해 충돌 회피.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5968" y="3977640"/>
            <a:ext cx="3422904" cy="1508760"/>
          </a:xfrm>
          <a:prstGeom prst="roundRect">
            <a:avLst>
              <a:gd name="adj" fmla="val 5455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54568" y="41605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이식 · 크로스빌드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54568" y="45720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Xiaozhi 펌웨어(상태머신·MCP·OTA)를 Windows→macOS 이식, ESP-IDF v5.5.4 빌드.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스킬  </a:t>
            </a:r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 · ESP-IDF · FreeRTOS · I2C(MPU6050) · I2S 오디오 · 크로스플랫폼 빌드 · Bash 자동화 · AI 음성 연동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로보틱스 · 웹 게임 · 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프로젝트 외 폭넓은 CS 기본기 — ROS2는 아직 학습 과정이라 정직하게 ‘학습 중’으로 표기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2904" cy="429768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146304" cy="146304"/>
          </a:xfrm>
          <a:prstGeom prst="ellipse">
            <a:avLst/>
          </a:prstGeom>
          <a:solidFill>
            <a:srgbClr val="B1462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83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로보틱스 기초 (학습 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28742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운반 로봇(AGV) 문제정의·요구사항 설계 — 라인트레이싱·CSV 로깅·안전정지·MES/PLC 규격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차동구동 등 9주제 기구학 조사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ROS2 실제 구현은 앞으로 학습 목표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5440680"/>
            <a:ext cx="283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ROS2 · AGV 설계 · 차동구동 기구학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3024" y="1645920"/>
            <a:ext cx="3422904" cy="429768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9056" y="1883664"/>
            <a:ext cx="146304" cy="146304"/>
          </a:xfrm>
          <a:prstGeom prst="ellipse">
            <a:avLst/>
          </a:prstGeom>
          <a:solidFill>
            <a:srgbClr val="33386E"/>
          </a:solidFill>
          <a:ln/>
        </p:spPr>
      </p:sp>
      <p:sp>
        <p:nvSpPr>
          <p:cNvPr id="11" name="Text 9"/>
          <p:cNvSpPr/>
          <p:nvPr/>
        </p:nvSpPr>
        <p:spPr>
          <a:xfrm>
            <a:off x="4858512" y="1783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꼬들 (make_world)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5632" y="2377440"/>
            <a:ext cx="28742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 Wordle 웹 게임 (바닐라 JS)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 자모·쌍자음 분해, 단어 DB, 타이머·모드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world.js 게임 로직 + worldlist.js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75632" y="5440680"/>
            <a:ext cx="283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· 게임 로직 · 상태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645920"/>
            <a:ext cx="3422904" cy="429768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1883664"/>
            <a:ext cx="146304" cy="14630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456" y="1783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회원 인증 웹앱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8576" y="2377440"/>
            <a:ext cx="28742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사이드 PHP 웹앱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로그인·로그아웃·회원가입·아이디 중복확인</a:t>
            </a:r>
            <a:endParaRPr lang="en-US" sz="12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기반 인증 흐름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8576" y="5440680"/>
            <a:ext cx="283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· 세션 인증 · SQL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집중 스킬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프로젝트를 관통하는 세 가지 핵심 강점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9105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대규모 코드를 ‘나누는’ 아키텍처 감각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가장 깊은 역량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7068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분리: 2,665줄 전투 시스템을 partial class 5개로 분할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일반화: 싱글톤·재화·스택을 CRTP 제네릭으로 추출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관심사 분리: 정의(JSON)와 상태(SO), 로직과 표현(이벤트) 분리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82712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프로젝트 — INSPECTOR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2841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하드웨어를 바닥부터 올리는 임베디드 브링업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두 번째 집중 영역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730752"/>
            <a:ext cx="7068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검증: 보드→OLED→스피커→마이크→반응→AI를 독립 프로젝트로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저수준 통신: i2s_std로 마이크·스피커 직접 구동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중심 정리: 불필요한 서보·보행 제거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82712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프로젝트 — 바른자세 코치봇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06577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분야를 가리지 않는 CS 기본기 &amp; 협업  </a:t>
            </a:r>
            <a:pPr indent="0" marL="0">
              <a:buNone/>
            </a:pPr>
            <a:r>
              <a:rPr lang="en-US" sz="10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넓은 기반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5468112"/>
            <a:ext cx="7068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머신을 게임 전투·게임 AI·디바이스 제어에 반복 적용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계층을 JSON·CSV·PHP 세션·DB로 상황에 맞게 선택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브랜치·PR, QA 피드백 15+항목 반복 반영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82712" y="5486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프로젝트 — 꼬들 · PHP · 로보틱스 · INSPECTOR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방식 — AI 협업 개발 (바이브 코딩)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상당 부분을 AI 협업으로 구현했고, 그 과정을 하나의 실전 역량이자 학습의 출발점으로 정직하게 정리합니다.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요구 정의 · 문제 분해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8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무엇을·왜 만들지, 완료 기준 설정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· 구조 설계 판단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8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분리·데이터 주도·단계별 브링업 결정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구현 · 보일러플레이트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656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가속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정의된 구조를 코드로 빠르게 채움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리뷰 · 통합 · 디버깅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8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동작 검증, 버그 추적, 조각 통합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에디터 · 하드웨어 조작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656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MCP·플래시 스크립트를 내 지시로 실행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3867912" cy="1234440"/>
          </a:xfrm>
          <a:prstGeom prst="roundRect">
            <a:avLst>
              <a:gd name="adj" fmla="val 6667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AI 협업 도구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Unity MCP · ESP-IDF 워크플로우 · execute_code · 플래시/데모 Bash 자동화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2926080"/>
            <a:ext cx="3867912" cy="1234440"/>
          </a:xfrm>
          <a:prstGeom prst="roundRect">
            <a:avLst>
              <a:gd name="adj" fmla="val 6667"/>
            </a:avLst>
          </a:prstGeom>
          <a:solidFill>
            <a:srgbClr val="F7F7FA"/>
          </a:solidFill>
          <a:ln w="12700">
            <a:solidFill>
              <a:srgbClr val="E3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나의 바이브 코딩 루프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09560" y="342900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현재 상태 확인 → ② 작업 이해를 내 말로 정리 → ③ 확인·승인 → ④ 실행 후 직접 검증·수정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5262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8ECE7"/>
          </a:solidFill>
          <a:ln w="12700">
            <a:solidFill>
              <a:srgbClr val="E7C9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방식을 어떻게 바라보는가 (정직하게)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5029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협업 개발은 도구 오케스트레이션 · 프롬프트 설계 · MCP 자동화라는 실전 역량이라고 생각합니다. 동시에, 이렇게 빠르게 ‘만들 수 있게 된 것’과 ‘밑바닥까지 이해한 것’ 사이엔 아직 간극이 있음을 인정하고, 그 간극을 다음 학습 계획으로 메웁니다.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가이드 &amp; 성장 계획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‘AI와 함께 만들 수 있다’를 ‘도구 없이 설명하고 스스로 다시 만들 수 있다’로 바꾸는 것이 목표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10896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지금 (바이브로 구현)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목표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방법 · 자료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 / OOP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CRTP·제네릭·이벤트 사용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제네릭·델리게이트 원리 이해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Docs · 『C# in Depth』 · 재구현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자료구조·알고리즘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List·Dictionary 활용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시간복잡도·자료구조 직접 구현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백준·알고리즘 문제 · 노트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디자인 패턴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싱글톤·상태머신 적용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패턴 의도·트레이드오프 이해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『Head First Design Patterns』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내부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MonoBehaviour·SO 사용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생명주기·코루틴·메모리·프로파일링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Learn · 프로파일러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임베디드 C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I2C/I2S 브링업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포인터·메모리·RTOS 원리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ESP-IDF 문서 · 데이터시트 직독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B146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ROS2 · 로봇 제어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차동구동 등 9주제 조사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ROS2 노드·기구학·PID 직접 구현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ROS2 공식 튜토리얼 · 제어이론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원칙 — 바이브 코딩을 이해로 전환하는 3단계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CEDF7"/>
          </a:solidFill>
          <a:ln w="6350">
            <a:solidFill>
              <a:srgbClr val="E3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40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다시 읽기  </a:t>
            </a:r>
            <a:pPr indent="0" marL="0">
              <a:buNone/>
            </a:pPr>
            <a:r>
              <a:rPr lang="en-US" sz="9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줄씩 읽고 모르는 부분 표시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5440680"/>
            <a:ext cx="516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48556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8ECE7"/>
          </a:solidFill>
          <a:ln w="6350">
            <a:solidFill>
              <a:srgbClr val="E3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1436" y="5440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개념 학습  </a:t>
            </a:r>
            <a:pPr indent="0" marL="0">
              <a:buNone/>
            </a:pPr>
            <a:r>
              <a:rPr lang="en-US" sz="9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개념만 따로 공부·노트 정리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40396" y="5440680"/>
            <a:ext cx="516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57032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7F1F0"/>
          </a:solidFill>
          <a:ln w="6350">
            <a:solidFill>
              <a:srgbClr val="E3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9912" y="5440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재구현  </a:t>
            </a:r>
            <a:pPr indent="0" marL="0">
              <a:buNone/>
            </a:pPr>
            <a:r>
              <a:rPr lang="en-US" sz="9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없이 축소판 직접 구현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 · 이력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전자·제조 현장에서 소프트웨어로 — 하드웨어를 몸으로 익힌 배경이 임베디드·개발의 강점으로 이어집니다.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학교 · 학과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2024.03 – 2027.02 (졸업예정)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영남이공대학교 소프트웨어융합과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2017.03 – 2020.01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경북기계공업고등학교 전자과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경력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5079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 업무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8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2019.09 – 2023.12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(주)K&amp;P 2공장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전자제품 조립(SMT) 생산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2023.12 – 2024.02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(주)대동공업 (계약직)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소형 트랙터 엔진·미션 조립반 · 단순 조립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  </a:t>
            </a:r>
            <a:pPr indent="0" marL="0">
              <a:buNone/>
            </a:pPr>
            <a:r>
              <a:rPr lang="en-US" sz="120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전자기능사 · 전자캐드기능사 · 전자기기기능사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8ECE7"/>
          </a:solidFill>
          <a:ln w="12700">
            <a:solidFill>
              <a:srgbClr val="E7C9B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4406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14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→ 강점   </a:t>
            </a:r>
            <a:pPr indent="0" marL="0">
              <a:buNone/>
            </a:pPr>
            <a:r>
              <a:rPr lang="en-US" sz="1150" dirty="0">
                <a:solidFill>
                  <a:srgbClr val="1B1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전자과·전자 기능사 3종·SMT/엔진 조립 현장 경력으로 하드웨어에 대한 실물 감각을 쌓고, 그 위에 소프트웨어를 얹어 임베디드·게임·로보틱스로 확장 — ‘하드웨어를 이해하는 소프트웨어 개발자’의 실제 뿌리.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고성모 · Software Developer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포트폴리오 (웹)   </a:t>
            </a:r>
            <a:pPr indent="0" marL="0">
              <a:buNone/>
            </a:pPr>
            <a:r>
              <a:rPr lang="en-US" sz="1250" dirty="0">
                <a:solidFill>
                  <a:srgbClr val="E7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g0sun9m0.github.io/portfolio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(팀)   </a:t>
            </a:r>
            <a:pPr indent="0" marL="0">
              <a:buNone/>
            </a:pPr>
            <a:r>
              <a:rPr lang="en-US" sz="1250" dirty="0">
                <a:solidFill>
                  <a:srgbClr val="E7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github.com/se0sangh0/capstone-dark-horror-deckbuilder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15137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바른자세 코치봇   </a:t>
            </a:r>
            <a:pPr indent="0" marL="0">
              <a:buNone/>
            </a:pPr>
            <a:r>
              <a:rPr lang="en-US" sz="1250" dirty="0">
                <a:solidFill>
                  <a:srgbClr val="E7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github.com/G0Sun9M0/busan-ai-posture-coach-robot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53542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로보틱스   </a:t>
            </a:r>
            <a:pPr indent="0" marL="0">
              <a:buNone/>
            </a:pPr>
            <a:r>
              <a:rPr lang="en-US" sz="1250" dirty="0">
                <a:solidFill>
                  <a:srgbClr val="E7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github.com/G0Sun9M0/robotics-project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10908792" cy="0"/>
          </a:xfrm>
          <a:prstGeom prst="line">
            <a:avLst/>
          </a:prstGeom>
          <a:noFill/>
          <a:ln w="12700">
            <a:solidFill>
              <a:srgbClr val="3A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3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수료  </a:t>
            </a:r>
            <a:pPr indent="0" marL="0">
              <a:buNone/>
            </a:pPr>
            <a:r>
              <a:rPr lang="en-US" sz="115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산업체 수요특화형 AI교육 15h 수료 (영남이공대학교, 2026)   </a:t>
            </a:r>
            <a:pPr indent="0" marL="0">
              <a:buNone/>
            </a:pPr>
            <a:r>
              <a:rPr lang="en-US" sz="1150" dirty="0">
                <a:solidFill>
                  <a:srgbClr val="9AA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gsm9384@gmail.com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고성모 개발자 포트폴리오</dc:title>
  <dc:subject>PptxGenJS Presentation</dc:subject>
  <dc:creator>고성모</dc:creator>
  <cp:lastModifiedBy>고성모</cp:lastModifiedBy>
  <cp:revision>1</cp:revision>
  <dcterms:created xsi:type="dcterms:W3CDTF">2026-07-02T09:53:31Z</dcterms:created>
  <dcterms:modified xsi:type="dcterms:W3CDTF">2026-07-02T09:53:31Z</dcterms:modified>
</cp:coreProperties>
</file>