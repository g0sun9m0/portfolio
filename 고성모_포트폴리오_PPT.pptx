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A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PORTFOLIO 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고성모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3C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게임, 임베디드, 로보틱스, 웹을 다루는 소프트웨어 개발자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복잡한 시스템을 구조로 나누고, 하드웨어부터 게임 로직까지 직접 동작시키는 데 집중합니다.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38912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141525"/>
          </a:solidFill>
          <a:ln w="12700">
            <a:solidFill>
              <a:srgbClr val="4A4E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89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3D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Unity, C#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99232" y="43891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41525"/>
          </a:solidFill>
          <a:ln w="12700">
            <a:solidFill>
              <a:srgbClr val="4A4E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4389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3D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ESP-IDF, 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75504" y="4389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141525"/>
          </a:solidFill>
          <a:ln w="12700">
            <a:solidFill>
              <a:srgbClr val="4A4E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4389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3D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로보틱스 (학습 중)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83296" y="438912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141525"/>
          </a:solidFill>
          <a:ln w="12700">
            <a:solidFill>
              <a:srgbClr val="4A4E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3D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(JS, PHP)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6126480"/>
            <a:ext cx="10908792" cy="0"/>
          </a:xfrm>
          <a:prstGeom prst="line">
            <a:avLst/>
          </a:prstGeom>
          <a:noFill/>
          <a:ln w="12700">
            <a:solidFill>
              <a:srgbClr val="3A3D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217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SUNGMO KO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76872" y="6217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Game, Embedded, Robotics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역량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분야에 머물지 않고, 무엇을 만들든 구조를 설계하고 끝까지 동작시키는 방식으로 여러 도메인의 프로젝트를 완주했습니다.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5703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보유 스킬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언어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C#, C/C++, JavaScript, PHP, Python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엔진, 프레임워크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Unity, ESP-IDF, FreeRTOS, 바닐라 JS, PHP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설계, 패턴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머신, 싱글톤, 제네릭, 데이터 주도 설계, 이벤트 기반 결합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데이터, 저장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JSON, ScriptableObject, PlayerPrefs, CSV 로깅, PHP 세션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하드웨어, 통신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I2C (MPU6050), I2S (마이크, 스피커), GPIO, PWM, UART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도구, 협업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Git, GitHub 브랜치 전략, PR 리뷰, 크로스플랫폼 빌드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146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ROS2, 로봇 제어, 자료구조와 알고리즘, 임베디드 저수준 원리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집중 영역은 게임 클라이언트 아키텍처(Unity, C#)와 임베디드 하드웨어 브링업(ESP-IDF, C)입니다.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프로젝트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모두 GitHub 공개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4754880"/>
                <a:gridCol w="18288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프로젝트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유형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스택과 핵심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괴이탐사국 INSPECTOR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팀 캡스톤 게임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Unity, C#, 전투 엔진과 데이터 주도 설계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클라이언트 개발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바른자세 코치봇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임베디드 AI 로봇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ESP32, C, 자세 감지와 AI 음성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펌웨어, 브링업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운반 로봇 설계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로보틱스 학습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문제정의와 차동구동 조사 (ROS2 학습 중)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문제정의, 조사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꼬들 (make_world)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웹 게임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JavaScript, 한글 Wordle 게임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개인 구현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PHP 회원 인증 웹앱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웹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PHP, 로그인과 회원가입, 세션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개인 구현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괴이탐사국 INSPECTOR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로그라이크 덱빌딩 오토배틀러, Unity, C#, 팀 캡스톤(3인), 클라이언트 개발 담당, 2026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카드로 자원을 만들면 동료가 자동으로 싸우는 게임입니다. 기획 명세를 실제 동작하는 전투 시스템 코드로 구현했습니다.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22904" cy="2651760"/>
          </a:xfrm>
          <a:prstGeom prst="roundRect">
            <a:avLst>
              <a:gd name="adj" fmla="val 310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23160"/>
            <a:ext cx="137160" cy="137160"/>
          </a:xfrm>
          <a:prstGeom prst="ellipse">
            <a:avLst/>
          </a:prstGeom>
          <a:solidFill>
            <a:srgbClr val="33386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715768"/>
            <a:ext cx="291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커진 코드를 파일로 나누기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383280"/>
            <a:ext cx="2910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2천 줄이 넘은 전투 매니저를 역할에 따라 여러 파일로 나눠, 흐름과 계산과 적 행동을 분리했습니다.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3024" y="2148840"/>
            <a:ext cx="3422904" cy="2651760"/>
          </a:xfrm>
          <a:prstGeom prst="roundRect">
            <a:avLst>
              <a:gd name="adj" fmla="val 310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9056" y="2423160"/>
            <a:ext cx="137160" cy="137160"/>
          </a:xfrm>
          <a:prstGeom prst="ellipse">
            <a:avLst/>
          </a:prstGeom>
          <a:solidFill>
            <a:srgbClr val="B1462C"/>
          </a:solidFill>
          <a:ln/>
        </p:spPr>
      </p:sp>
      <p:sp>
        <p:nvSpPr>
          <p:cNvPr id="11" name="Text 9"/>
          <p:cNvSpPr/>
          <p:nvPr/>
        </p:nvSpPr>
        <p:spPr>
          <a:xfrm>
            <a:off x="4639056" y="2715768"/>
            <a:ext cx="291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반복되는 코드를 제네릭으로 묶기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9056" y="3383280"/>
            <a:ext cx="2910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싱글톤, 재화, 스택에서 반복되던 관리 코드를 제네릭 공통 코드로 묶어 중복을 줄였습니다.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5968" y="2148840"/>
            <a:ext cx="3422904" cy="2651760"/>
          </a:xfrm>
          <a:prstGeom prst="roundRect">
            <a:avLst>
              <a:gd name="adj" fmla="val 310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2423160"/>
            <a:ext cx="137160" cy="137160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15" name="Text 13"/>
          <p:cNvSpPr/>
          <p:nvPr/>
        </p:nvSpPr>
        <p:spPr>
          <a:xfrm>
            <a:off x="8382000" y="2715768"/>
            <a:ext cx="291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JSON으로 분리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82000" y="3383280"/>
            <a:ext cx="2910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동료와 스킬, 적 정보를 JSON으로 빼내 기획자가 코드 없이 수치를 조정할 수 있게 했습니다.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074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사용: C#, Unity, 상태 머신, 데이터 주도 설계, Git 브랜치와 PR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바른자세 코치봇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기반 AI 자세 코치 로봇, ESP-IDF, C, FreeRTOS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기울기 센서(MPU6050)로 앞으로 숙인 자세를 감지하면 AI 음성으로 알려줍니다. 키트에 있던 4족 보행은 필요 없어 서보를 떼어냈습니다.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8ECE7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48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14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기울기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 감지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27248" y="2583180"/>
            <a:ext cx="246888" cy="0"/>
          </a:xfrm>
          <a:prstGeom prst="line">
            <a:avLst/>
          </a:prstGeom>
          <a:noFill/>
          <a:ln w="22225">
            <a:solidFill>
              <a:srgbClr val="33386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83864" y="2148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5304" y="2148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 판단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1032" y="2583180"/>
            <a:ext cx="246888" cy="0"/>
          </a:xfrm>
          <a:prstGeom prst="line">
            <a:avLst/>
          </a:prstGeom>
          <a:noFill/>
          <a:ln w="22225">
            <a:solidFill>
              <a:srgbClr val="33386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27648" y="2148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9088" y="2148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마이크, 스피커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 오디오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14816" y="2583180"/>
            <a:ext cx="246888" cy="0"/>
          </a:xfrm>
          <a:prstGeom prst="line">
            <a:avLst/>
          </a:prstGeom>
          <a:noFill/>
          <a:ln w="22225">
            <a:solidFill>
              <a:srgbClr val="3338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71432" y="2148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141525"/>
          </a:solidFill>
          <a:ln w="12700">
            <a:solidFill>
              <a:srgbClr val="14152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2148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음성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A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 알림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3422904" cy="1600200"/>
          </a:xfrm>
          <a:prstGeom prst="roundRect">
            <a:avLst>
              <a:gd name="adj" fmla="val 514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6118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4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402336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기울기 센서를 I2C로 읽어 숙인 각도를 판단합니다.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83024" y="3429000"/>
            <a:ext cx="3422904" cy="1600200"/>
          </a:xfrm>
          <a:prstGeom prst="roundRect">
            <a:avLst>
              <a:gd name="adj" fmla="val 514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1624" y="36118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소리 입출력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1624" y="402336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마이크와 스피커를 하나의 오디오 포트로 번갈아 사용합니다.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25968" y="3429000"/>
            <a:ext cx="3422904" cy="1600200"/>
          </a:xfrm>
          <a:prstGeom prst="roundRect">
            <a:avLst>
              <a:gd name="adj" fmla="val 5143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54568" y="36118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이식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54568" y="4023360"/>
            <a:ext cx="2965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윈도우 기준 자료를 맥에서 빌드되도록 옮겼습니다.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2578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사용: C/C++, ESP-IDF, FreeRTOS, I2C, I2S, 크로스플랫폼 빌드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로보틱스, 웹 게임, 웹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ROS2는 아직 배우는 중이라 정직하게 학습 중으로 표기했습니다.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29384"/>
            <a:ext cx="146304" cy="146304"/>
          </a:xfrm>
          <a:prstGeom prst="ellipse">
            <a:avLst/>
          </a:prstGeom>
          <a:solidFill>
            <a:srgbClr val="B1462C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1828800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로보틱스 기초 (학습 중)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2423160"/>
            <a:ext cx="28742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운반 로봇 문제정의와 요구사항 정리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차동구동 등 기구학 조사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ROS2 구현은 앞으로 학습 목표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024" y="1691640"/>
            <a:ext cx="3422904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39056" y="1929384"/>
            <a:ext cx="146304" cy="146304"/>
          </a:xfrm>
          <a:prstGeom prst="ellipse">
            <a:avLst/>
          </a:prstGeom>
          <a:solidFill>
            <a:srgbClr val="33386E"/>
          </a:solidFill>
          <a:ln/>
        </p:spPr>
      </p:sp>
      <p:sp>
        <p:nvSpPr>
          <p:cNvPr id="10" name="Text 8"/>
          <p:cNvSpPr/>
          <p:nvPr/>
        </p:nvSpPr>
        <p:spPr>
          <a:xfrm>
            <a:off x="4858512" y="1828800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꼬들 (make_world)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5632" y="2423160"/>
            <a:ext cx="28742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한글 Wordle 웹 게임 (바닐라 JS)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한글 자모 분해, 단어 데이터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게임 로직 직접 구현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691640"/>
            <a:ext cx="3422904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82000" y="1929384"/>
            <a:ext cx="146304" cy="146304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14" name="Text 12"/>
          <p:cNvSpPr/>
          <p:nvPr/>
        </p:nvSpPr>
        <p:spPr>
          <a:xfrm>
            <a:off x="8601456" y="1828800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회원 인증 웹앱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8576" y="2423160"/>
            <a:ext cx="28742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사이드 PHP 웹앱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로그인, 회원가입, 중복확인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기반 인증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방식과 학습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AI와 함께 빠르게 만들되, 밑바닥 기본기는 따로 공부해 채워갑니다.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71516" cy="4023360"/>
          </a:xfrm>
          <a:prstGeom prst="roundRect">
            <a:avLst>
              <a:gd name="adj" fmla="val 2045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783080"/>
            <a:ext cx="4686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협업 개발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2688" y="2286000"/>
            <a:ext cx="46863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상당 부분을 Claude Code와 함께 만들었습니다.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 역할은 무엇을 왜 만들지 정하고, 결과를 검증하고 디버깅하는 일이었습니다.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빠르게 만든 것과 완전히 이해한 것 사이의 간극은 아래 학습으로 메웁니다.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600200"/>
            <a:ext cx="5271516" cy="4023360"/>
          </a:xfrm>
          <a:prstGeom prst="roundRect">
            <a:avLst>
              <a:gd name="adj" fmla="val 2045"/>
            </a:avLst>
          </a:prstGeom>
          <a:solidFill>
            <a:srgbClr val="F7F7FA"/>
          </a:solidFill>
          <a:ln w="12700">
            <a:solidFill>
              <a:srgbClr val="E3E3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69964" y="1783080"/>
            <a:ext cx="4686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배울 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69964" y="2286000"/>
            <a:ext cx="46863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언어와 제네릭의 원리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자료구조와 알고리즘 직접 구현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디자인 패턴의 의도와 트레이드오프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임베디드 C의 포인터와 메모리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ROS2와 로봇 제어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경력과 이력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전자와 제조 현장에서 익힌 하드웨어 감각이 임베디드 개발의 바탕이 됩니다.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학력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525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학교와 학과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2024.03 - 2027.02 (졸업예정)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영남이공대학교 소프트웨어융합과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2017.03 - 2020.01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경북기계공업고등학교 전자과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직장 경력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61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108960"/>
                <a:gridCol w="4416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담당 업무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8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2019.09 - 2023.12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(주)K&amp;P 2공장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전자제품 조립(SMT) 생산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2023.12 - 2024.02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(주)대동공업 (계약직)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소형 트랙터 엔진과 미션 조립반, 단순 조립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29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자격증   </a:t>
            </a:r>
            <a:pPr indent="0" marL="0">
              <a:buNone/>
            </a:pPr>
            <a:r>
              <a:rPr lang="en-US" sz="1200" dirty="0">
                <a:solidFill>
                  <a:srgbClr val="1B1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전자기능사, 전자캐드기능사, 전자기기기능사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수료: 산업체 수요특화형 AI교육 15h (영남이공대학교, 2026)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고성모 개발자 포트폴리오</dc:title>
  <dc:subject>PptxGenJS Presentation</dc:subject>
  <dc:creator>고성모</dc:creator>
  <cp:lastModifiedBy>고성모</cp:lastModifiedBy>
  <cp:revision>1</cp:revision>
  <dcterms:created xsi:type="dcterms:W3CDTF">2026-07-02T10:03:37Z</dcterms:created>
  <dcterms:modified xsi:type="dcterms:W3CDTF">2026-07-02T10:03:37Z</dcterms:modified>
</cp:coreProperties>
</file>